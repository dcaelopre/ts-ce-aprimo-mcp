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MCP Servers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CCE5F5"/>
                </a:solidFill>
              </a:defRPr>
            </a:pPr>
            <a:r>
              <a:t>Bringing Aprimo DAM &amp; Salsify PIM into AI assistants</a:t>
            </a:r>
            <a:br/>
            <a:r>
              <a:t>Diana Carla Elopre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What We're Showing Today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Server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Aprimo DAM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Digital Asset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Search assets, browse taxonomy, inspect metadata &amp; rules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Salsify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Product Information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Read products &amp; assets, explore schema, get API guidance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Key idea: Ask Claude — "Find released logos in Aprimo" or "Which products use this image?"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What Is MCP?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MCP (Model Context Protocol) = open standard for AI clients to call tools safely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User asks in plain language → Claude chooses the right tool → our server calls the REST API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Our servers are thin, typed wrappers around official Aprimo and Salsify APIs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Users connect once in Claude Desktop; credentials stay on their machine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Why We Built These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Problem: Aprimo and Salsify APIs are powerful but verbose — search syntax and field names trip people up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Problem: AI assistants can't help if they can't reach the system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Solution: Purpose-built MCP tools with clear descriptions so the AI picks the right call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Solution: Read-first design — safe for exploration, troubleshooting, and solution design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Solution: Shared Azure deployment — one URL for the team; each person brings their own credentials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Shared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8011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Choice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TypeScript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MCP SDK + Streamable HTTP (POST /mcp)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Azure App Service (GitHub Actions on push to main)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Client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npx mcp-remote in Claude Desktop config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Zod schemas on every tool input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Auth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Per-request headers — not stored centrally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Security: The shared server is stateless. Credentials travel from your Claude config → server → upstream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Server 1: Aprimo DAM 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Aprimo DAM MCP —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5B9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1.7.1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{tenant}.dam.aprimo.com — assets, taxonomy, metadata, rules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celopre-aprimo-mcp-dev…eastus-01.azurewebsites.net/mcp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OAuth client credentials (Environment, Client ID, Client Secret headers)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github.com/dcaelopre/ts-ce-aprimo-mcp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Not in scope: Aprimo Marketing Operations or other non-DAM products.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Aprimo DAM — Tools (4)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search_records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Find assets by keyword, ID, filters, or advanced search expressions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search_classifications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Browse taxonomy — by name, GUID, or parent node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search_field_definitions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Look up metadata field schema (types, validation, labels)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search_rules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Read DAM automation rules — triggers, conditions, actions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Smart default: Returns basic fields unless the user explicitly asks for full metadata.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Aprimo — Example Prompts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"Search Aprimo for released images matching brand guidelines."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"Get record {guid} and show title, status, and content type only."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"List child classifications under parent ID {guid}."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"What fields are defined for data type OptionList?"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"Show enabled Record rules and their conditions/actions."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Demo flow: Search → pick a record → ask about classification → look up a field definition.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Server 2: Salsify PIM MCP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Salsify PIM MCP —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5B9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1.1.0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Read-only at app.salsify.com/api/v1 — products, assets, property schema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celopre-salsify-mcp-dev.azurewebsites.net/mcp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Bearer token + org ID (X-Salsify-Api-Token, X-Salsify-Org-Id headers)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github.com/dcaelopre/ce-ts-salsify-mcp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Write operations are documented via recommend_salsify_api_routes — not executed by this server.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Salsify PIM — Tools (5)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read_salsify_product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One product, bulk lookup (≤100 IDs), or filter-based search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read_salsify_asset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One asset, bulk lookup, or filter-based search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read_salsify_properties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Property / attribute schema for the org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search_salsify_products_by_asset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Reverse lookup — which products use this digital asset?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recommend_salsify_api_routes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Advisory only — suggests API routes, payloads, curl examples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Differentiator: API route recommender guides integration design without executing write calls.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Salsify — Example Prompts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"Read Salsify product SKU-12345."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"Search products where Manufacturer equals Acme."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"Which products are linked to digital asset {hash}?"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"What properties are defined in our Salsify org?"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"Recommend the Salsify API route to create a digital asset from a URL."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Demo flow: Read product → find main image asset → search linked products → ask for update API route.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Side-by-Side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Aprimo DAM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Salsify PIM</a:t>
                      </a:r>
                    </a:p>
                  </a:txBody>
                  <a:tcPr>
                    <a:solidFill>
                      <a:srgbClr val="005B9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Digital assets &amp; DAM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Product catalog &amp; syndication prep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Primary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Asset discovery, taxonomy,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Product/asset lookup, integration planning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4 (all execute API calls)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4 read + 1 advisory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Unique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DAM automation rules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Asset→product reverse search + API catalog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Out of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Marketing Operations, campaigns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Writes, syndication runs, exports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Together: Cover the two systems most often involved in content ↔ product integration workflows.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How Teammates Connect (~5 min setup)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1. Install Claude Desktop + Node.js 18+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2. Edit claude_desktop_config.json (personal file, per Windows/macOS user)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3. Add the MCP block with your own credentials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4. Restart Claude → verify tools appear (hammer icon)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5. Health check: open server root URL in browser → status: running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Setup guides: docs/claude-desktop-setup.md in each repo. Also works in Cursor 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What We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Tool descriptions matter — tuned to prevent over-fetching (e.g. metadata only when asked)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Per-user credentials scale better than one shared service account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Read-only v1 builds trust; advisory tools bridge to write/integration work safely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Same stack twice — second server took a fraction of the time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Official API docs + Cursor rules keep implementations accurate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B96"/>
                </a:solidFill>
              </a:defRPr>
            </a:pPr>
            <a:r>
              <a:t>Roadmap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Possible next steps: additional tools, team rollout, Aprimo↔Salsify integration scenarios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Possible next steps: monitoring, rate limiting, and usage metrics on Azure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Who wants early access / credentials setup help?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Which workflows should we prioritize for live demos?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Any other systems that would benefit from the same MCP pattern?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Suggested timing: ~15–20 minutes with one live demo per server.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